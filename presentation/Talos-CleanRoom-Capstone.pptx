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6"/>
  </p:normalViewPr>
  <p:slideViewPr>
    <p:cSldViewPr snapToGrid="0" snapToObjects="1">
      <p:cViewPr varScale="1">
        <p:scale>
          <a:sx n="117" d="100"/>
          <a:sy n="117" d="100"/>
        </p:scale>
        <p:origin x="176" y="5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I'm William de Marigny and today I'll present Talos CleanRoom -- a platform I built that deploys a full Kubernetes cluster and integrated security toolchain with a single click, then lets you scan your network for vulnerabilities and malware. I'll alternate between slides and live demos so you can see the real system in action. Total time: about 25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wanted to stand up a professional vulnerability management environment from scratch, you'd need to install and configure at least 4 separate security tools, deploy a Kubernetes cluster, set up ingress, TLS, storage, GitOps -- and then build a way to use all of it together.</a:t>
            </a:r>
          </a:p>
          <a:p/>
          <a:p>
            <a:r>
              <a:t>There is no turnkey solution that does all of this as Infrastructure-as-Code with a web interface. That's the gap this project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does two major things. First, it deploys your entire infrastructure with one click -- Terraform creates VMs, Talos Linux bootstraps Kubernetes, and ArgoCD deploys all the security tools automatically.</a:t>
            </a:r>
          </a:p>
          <a:p/>
          <a:p>
            <a:r>
              <a:t>Second, it gives you a unified interface to scan, analyze, and track vulnerabilities across Nmap, OpenVAS, Metasploit, and LOKI-RS.</a:t>
            </a:r>
          </a:p>
          <a:p/>
          <a:p>
            <a:r>
              <a:t>434 commits in about 3 and a half months. The deployment pipeline has 23 automated steps. Let me show you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foundation is a 4-node Proxmox cluster. Terraform creates 4 VMs that become a Talos Linux Kubernetes cluster -- one control plane and three workers.</a:t>
            </a:r>
          </a:p>
          <a:p/>
          <a:p>
            <a:r>
              <a:t>Inside the cluster, ArgoCD manages everything via GitOps. The infrastructure layer handles load balancing (MetalLB), TLS certificates (cert-manager), and ingress (Traefik). The security layer runs OpenVAS, Metasploit, Faraday, and Harbor as containerized workloads.</a:t>
            </a:r>
          </a:p>
          <a:p/>
          <a:p>
            <a:r>
              <a:t>The Scanning Console and Portal run inside the cluster. The Deployment Console runs in a separate LXC container because it needs to manage the cluster from outside.</a:t>
            </a:r>
          </a:p>
          <a:p/>
          <a:p>
            <a:r>
              <a:t>Every namespace has default-deny network policies -- zero-trust networking.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backend, all three web apps use FastAPI, a modern async Python framework. The frontend uses server-rendered Jinja2 templates with Alpine.js for interactivity and Tailwind CSS for styling.</a:t>
            </a:r>
          </a:p>
          <a:p/>
          <a:p>
            <a:r>
              <a:t>I chose Talos Linux because it's an immutable, API-driven OS designed for Kubernetes -- no SSH, no shell, no package manager. Inherently more secure.</a:t>
            </a:r>
          </a:p>
          <a:p/>
          <a:p>
            <a:r>
              <a:t>Cross-app authentication uses HMAC-signed one-time codes so the user logs in once at the Portal and is seamlessly authenticated across all three apps.</a:t>
            </a:r>
          </a:p>
          <a:p/>
          <a:p>
            <a:r>
              <a:t>TRANSITION: Let me switch to the live system and show you how this works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LIVE DEMO.</a:t>
            </a:r>
          </a:p>
          <a:p/>
          <a:p>
            <a:r>
              <a:t>Switch to browser. Tabs should be pre-loaded.</a:t>
            </a:r>
          </a:p>
          <a:p/>
          <a:p>
            <a:r>
              <a:t>Demo flow (5 minutes):</a:t>
            </a:r>
          </a:p>
          <a:p>
            <a:r>
              <a:t>1. Portal login (30s): Open cleanroom.knowledgeondemand.net, log in admin/admin, show landing page with two console cards</a:t>
            </a:r>
          </a:p>
          <a:p>
            <a:r>
              <a:t>2. SSO navigation (30s): Click Deployment Console card, point out no second login needed</a:t>
            </a:r>
          </a:p>
          <a:p>
            <a:r>
              <a:t>3. Dashboard (1m): Show completed deployment, scroll through 23 steps, show service links</a:t>
            </a:r>
          </a:p>
          <a:p>
            <a:r>
              <a:t>4. Configuration (1m): Show Terraform config, Talos config, trigger validation error</a:t>
            </a:r>
          </a:p>
          <a:p>
            <a:r>
              <a:t>5. Logs (1m): Show log filtering, historical logs, failed/resume/skip capability</a:t>
            </a:r>
          </a:p>
          <a:p>
            <a:r>
              <a:t>6. Cleanup (30s): Show cleanup dialog but do NOT click confirm</a:t>
            </a:r>
          </a:p>
          <a:p/>
          <a:p>
            <a:r>
              <a:t>FALLBACK: If demo fails, play 01-getting-started.mp4 (37s) and narrate over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 just saw in the demo was the end state. Here's what actually happens during a deployment.</a:t>
            </a:r>
          </a:p>
          <a:p/>
          <a:p>
            <a:r>
              <a:t>The 23 steps cover everything from VM creation through network policy enforcement. Every step is checkpointed to a Fernet-encrypted state file. If any step fails, you can fix the issue and resume from that exact step.</a:t>
            </a:r>
          </a:p>
          <a:p/>
          <a:p>
            <a:r>
              <a:t>The deployment page uses WebSockets to stream progress in real time. If the WebSocket connection drops, it automatically falls back to REST polling.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Scanning Console provides a unified interface across four vulnerability scanning tools and one IOC scanner.</a:t>
            </a:r>
          </a:p>
          <a:p/>
          <a:p>
            <a:r>
              <a:t>You pick a target, select tools, choose a scan profile, and click Start. The system orchestrates tools in parallel, streams progress via WebSocket, enriches results with CVSS severity and EPSS exploit probability scores, and uploads everything to Faraday.</a:t>
            </a:r>
          </a:p>
          <a:p/>
          <a:p>
            <a:r>
              <a:t>The IOC scanner checks individual servers for malware by mounting their filesystem and running LOKI-RS against known threat signatures. Useful for incident response.</a:t>
            </a:r>
          </a:p>
          <a:p/>
          <a:p>
            <a:r>
              <a:t>TRANSITION: Let me demonstrate the scanning workflow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LIVE DEMO 2.</a:t>
            </a:r>
          </a:p>
          <a:p/>
          <a:p>
            <a:r>
              <a:t>Demo flow (8 minutes):</a:t>
            </a:r>
          </a:p>
          <a:p>
            <a:r>
              <a:t>1. SSO into Scanning Console (15s): Click card from Portal</a:t>
            </a:r>
          </a:p>
          <a:p>
            <a:r>
              <a:t>2. Target Lab (1.5m): Show Vulhub catalog, active targets</a:t>
            </a:r>
          </a:p>
          <a:p>
            <a:r>
              <a:t>3. Vulnerability scan config (1m): Enter target, select Nmap+OpenVAS, Quick profile, show Custom module picker, start scan</a:t>
            </a:r>
          </a:p>
          <a:p>
            <a:r>
              <a:t>4. Scan progress (1.5m): Show real-time tool progress cards, log filtering by tool. If Nmap finishes, show completion. If OpenVAS still running, explain and move on.</a:t>
            </a:r>
          </a:p>
          <a:p>
            <a:r>
              <a:t>5. IOC Scanning (1.5m): Show SSH/SMB config, start scan if target available, show findings</a:t>
            </a:r>
          </a:p>
          <a:p>
            <a:r>
              <a:t>6. Reports (2m): Dashboard summary, drill into scan detail, hosts view, vulnerability filters, scan comparison, audit log, remediation tracking</a:t>
            </a:r>
          </a:p>
          <a:p/>
          <a:p>
            <a:r>
              <a:t>FALLBACK: Play 05-reports-tour.mp4 (35s) for reports. Show screenshots in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was a primary concern throughout the design.</a:t>
            </a:r>
          </a:p>
          <a:p/>
          <a:p>
            <a:r>
              <a:t>Starting at the OS level, Talos Linux is immutable -- you literally cannot SSH into the nodes. The only way to manage them is through the Talos API.</a:t>
            </a:r>
          </a:p>
          <a:p/>
          <a:p>
            <a:r>
              <a:t>At the network level, every namespace starts with default-deny for both ingress and egress. I had to explicitly define what each service is allowed to talk to.</a:t>
            </a:r>
          </a:p>
          <a:p/>
          <a:p>
            <a:r>
              <a:t>Secrets are encrypted at rest in the Git repository using SOPS with Age keys. ArgoCD decrypts them on deploy via the KSOPS plugin.</a:t>
            </a:r>
          </a:p>
          <a:p/>
          <a:p>
            <a:r>
              <a:t>The SSO mechanism avoids putting JWTs in URLs (a common security anti-pattern). Instead, the Portal generates a short-lived HMAC-signed one-time code that the target app exchanges for a local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 result is a platform that takes bare Proxmox nodes and, with one click, produces a fully operational Kubernetes cluster running a complete security toolchain.</a:t>
            </a:r>
          </a:p>
          <a:p/>
          <a:p>
            <a:r>
              <a:t>I wrote over 430 commits of code across Python, JavaScript, Bash, Terraform, and Kubernetes manifests. The three web applications share a common library.</a:t>
            </a:r>
          </a:p>
          <a:p/>
          <a:p>
            <a:r>
              <a:t>The documentation site has over 30 pages with screenshots and video walkthroughs.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highlights from lessons learned:</a:t>
            </a:r>
          </a:p>
          <a:p/>
          <a:p>
            <a:r>
              <a:t>OpenVAS kept getting killed by Kubernetes because it exceeded its memory limit. The default 1Gi was not enough; I had to bump it to 4Gi and enable shared process namespaces for zombie process reaping.</a:t>
            </a:r>
          </a:p>
          <a:p/>
          <a:p>
            <a:r>
              <a:t>Faraday's Community Edition doesn't have a bulk API -- the Celery worker that processes bulk imports doesn't run. I had to write code to create hosts, services, and vulnerabilities individually via the REST API.</a:t>
            </a:r>
          </a:p>
          <a:p/>
          <a:p>
            <a:r>
              <a:t>For future work, the most impactful addition would be scheduled scans so security teams don't have to manually trigger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Happy to take questions.</a:t>
            </a:r>
          </a:p>
          <a:p/>
          <a:p>
            <a:r>
              <a:t>Have the live system still open in the browser in case someone asks to see a feature.</a:t>
            </a:r>
          </a:p>
          <a:p/>
          <a:p>
            <a:r>
              <a:t>Anticipated questions:</a:t>
            </a:r>
          </a:p>
          <a:p>
            <a:r>
              <a:t>- Why Talos Linux? Immutable, API-only, no attack surface from SSH/shell.</a:t>
            </a:r>
          </a:p>
          <a:p>
            <a:r>
              <a:t>- Why not managed K8s? Runs on-premises on Proxmox for full control.</a:t>
            </a:r>
          </a:p>
          <a:p>
            <a:r>
              <a:t>- How long does deployment take? About 45 minutes from bare nodes.</a:t>
            </a:r>
          </a:p>
          <a:p>
            <a:r>
              <a:t>- Could this scale to production? Yes -- Talos and ArgoCD are production-grade.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6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46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4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1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5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3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660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129A4-F901-7D4D-9422-1E84CDF78DBD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2E177-FDB7-8D41-8C6D-F335D31AF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4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Talos CleanRoom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i="1"/>
              <a:t>An Infrastructure-as-Code Security Platform on Kubernetes</a:t>
            </a:r>
          </a:p>
          <a:p>
            <a:pPr algn="ctr">
              <a:spcBef>
                <a:spcPts val="1200"/>
              </a:spcBef>
            </a:pPr>
            <a:r>
              <a:rPr sz="1400"/>
              <a:t>William de Marigny  |  St. Mary's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/>
              <a:t>Setting up a security scanning environment is complex and time-consuming</a:t>
            </a:r>
          </a:p>
          <a:p>
            <a:pPr>
              <a:spcAft>
                <a:spcPts val="400"/>
              </a:spcAft>
            </a:pPr>
            <a:r>
              <a:rPr sz="1400"/>
              <a:t>OpenVAS, Metasploit, Faraday, and LOKI each need separate installation, configuration, networking, and maintenance</a:t>
            </a:r>
          </a:p>
          <a:p>
            <a:pPr>
              <a:spcAft>
                <a:spcPts val="400"/>
              </a:spcAft>
            </a:pPr>
            <a:r>
              <a:rPr sz="1400"/>
              <a:t>Manual Kubernetes deployment is error-prone and not reproducible</a:t>
            </a:r>
          </a:p>
          <a:p>
            <a:pPr>
              <a:spcAft>
                <a:spcPts val="400"/>
              </a:spcAft>
            </a:pPr>
            <a:r>
              <a:rPr sz="1400"/>
              <a:t>No single interface to orchestrate scanning across multiple tools</a:t>
            </a:r>
          </a:p>
          <a:p>
            <a:pPr>
              <a:spcAft>
                <a:spcPts val="400"/>
              </a:spcAft>
            </a:pPr>
            <a:r>
              <a:rPr sz="1400"/>
              <a:t>Results are siloed -- no unified reporting, no comparison over time, no remediation tracking</a:t>
            </a:r>
          </a:p>
          <a:p>
            <a:pPr>
              <a:spcAft>
                <a:spcPts val="400"/>
              </a:spcAft>
            </a:pPr>
            <a:r>
              <a:rPr sz="1400"/>
              <a:t>Security teams spend more time fighting infrastructure than finding vulnerabilities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Talos CleanRoom --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600" b="1">
                <a:solidFill>
                  <a:srgbClr val="22D3EE"/>
                </a:solidFill>
              </a:rPr>
              <a:t>What It Does</a:t>
            </a:r>
          </a:p>
          <a:p>
            <a:pPr>
              <a:spcAft>
                <a:spcPts val="400"/>
              </a:spcAft>
            </a:pPr>
            <a:r>
              <a:rPr sz="1200"/>
              <a:t>One-click Kubernetes cluster deployment on Proxmox via Terraform + Talos Linux</a:t>
            </a:r>
          </a:p>
          <a:p>
            <a:pPr>
              <a:spcAft>
                <a:spcPts val="400"/>
              </a:spcAft>
            </a:pPr>
            <a:r>
              <a:rPr sz="1200"/>
              <a:t>Integrated security toolchain: Nmap, OpenVAS, Metasploit, LOKI-RS</a:t>
            </a:r>
          </a:p>
          <a:p>
            <a:pPr>
              <a:spcAft>
                <a:spcPts val="400"/>
              </a:spcAft>
            </a:pPr>
            <a:r>
              <a:rPr sz="1200"/>
              <a:t>3 web applications with single sign-on (Portal, Deployment Console, Scanning Console)</a:t>
            </a:r>
          </a:p>
          <a:p>
            <a:pPr>
              <a:spcAft>
                <a:spcPts val="400"/>
              </a:spcAft>
            </a:pPr>
            <a:r>
              <a:rPr sz="1200"/>
              <a:t>GitOps via ArgoCD -- entire platform state managed in Git</a:t>
            </a:r>
          </a:p>
          <a:p>
            <a:pPr>
              <a:spcAft>
                <a:spcPts val="400"/>
              </a:spcAft>
            </a:pPr>
            <a:r>
              <a:rPr sz="1200"/>
              <a:t>Real-time WebSocket progress for all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600" b="1">
                <a:solidFill>
                  <a:srgbClr val="4ADE80"/>
                </a:solidFill>
              </a:rPr>
              <a:t>Key Numbers</a:t>
            </a:r>
          </a:p>
          <a:p>
            <a:pPr>
              <a:spcAft>
                <a:spcPts val="400"/>
              </a:spcAft>
            </a:pPr>
            <a:r>
              <a:rPr sz="1200"/>
              <a:t>434 commits over ~3.5 months</a:t>
            </a:r>
          </a:p>
          <a:p>
            <a:pPr>
              <a:spcAft>
                <a:spcPts val="400"/>
              </a:spcAft>
            </a:pPr>
            <a:r>
              <a:rPr sz="1200"/>
              <a:t>23-step automated deployment pipeline</a:t>
            </a:r>
          </a:p>
          <a:p>
            <a:pPr>
              <a:spcAft>
                <a:spcPts val="400"/>
              </a:spcAft>
            </a:pPr>
            <a:r>
              <a:rPr sz="1200"/>
              <a:t>4 scanning tools unified in one interface</a:t>
            </a:r>
          </a:p>
          <a:p>
            <a:pPr>
              <a:spcAft>
                <a:spcPts val="400"/>
              </a:spcAft>
            </a:pPr>
            <a:r>
              <a:rPr sz="1200"/>
              <a:t>3 scan profiles + fully customizable</a:t>
            </a:r>
          </a:p>
          <a:p>
            <a:pPr>
              <a:spcAft>
                <a:spcPts val="400"/>
              </a:spcAft>
            </a:pPr>
            <a:r>
              <a:rPr sz="1200"/>
              <a:t>Zero-trust network policies per namespace</a:t>
            </a:r>
          </a:p>
          <a:p>
            <a:pPr>
              <a:spcAft>
                <a:spcPts val="400"/>
              </a:spcAft>
            </a:pPr>
            <a:r>
              <a:rPr sz="1200"/>
              <a:t>PostgreSQL persistence with daily backups</a:t>
            </a:r>
          </a:p>
          <a:p>
            <a:pPr>
              <a:spcAft>
                <a:spcPts val="400"/>
              </a:spcAft>
            </a:pPr>
            <a:r>
              <a:rPr sz="1200"/>
              <a:t>30+ page documentation site with videos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Platform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8412480" cy="411480"/>
          </a:xfrm>
          <a:prstGeom prst="roundRect">
            <a:avLst/>
          </a:prstGeom>
          <a:solidFill>
            <a:srgbClr val="E7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Proxmox Cluster  (4 nodes: pve01-04, 10.83.2.20-23)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8138160" cy="233172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22D3EE"/>
                </a:solidFill>
              </a:rPr>
              <a:t>Talos Kubernetes Cluster  (VLAN 3: 10.83.3.0/24)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828800" cy="347472"/>
          </a:xfrm>
          <a:prstGeom prst="roundRect">
            <a:avLst/>
          </a:prstGeom>
          <a:solidFill>
            <a:srgbClr val="2B4C7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Control Plane (master-01)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2286000" cy="347472"/>
          </a:xfrm>
          <a:prstGeom prst="roundRect">
            <a:avLst/>
          </a:prstGeom>
          <a:solidFill>
            <a:srgbClr val="2B4C7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Workers x3 (worker-01..03)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011680"/>
            <a:ext cx="1645920" cy="347472"/>
          </a:xfrm>
          <a:prstGeom prst="roundRect">
            <a:avLst/>
          </a:prstGeom>
          <a:solidFill>
            <a:srgbClr val="2B4C7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Ceph RBD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011680"/>
            <a:ext cx="1280160" cy="347472"/>
          </a:xfrm>
          <a:prstGeom prst="roundRect">
            <a:avLst/>
          </a:prstGeom>
          <a:solidFill>
            <a:srgbClr val="2B4C7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Pod/Svc CIDRs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2"/>
            <a:ext cx="1463040" cy="228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1">
                <a:solidFill>
                  <a:srgbClr val="D1D5DB"/>
                </a:solidFill>
              </a:rPr>
              <a:t>Infrastructure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141732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MetalLB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697480"/>
            <a:ext cx="141732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cert-manager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697480"/>
            <a:ext cx="141732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Traefik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697480"/>
            <a:ext cx="141732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Ceph CSI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697480"/>
            <a:ext cx="141732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ArgoCD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54680"/>
            <a:ext cx="1463040" cy="228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1">
                <a:solidFill>
                  <a:srgbClr val="D1D5DB"/>
                </a:solidFill>
              </a:rPr>
              <a:t>Security Tools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01568"/>
            <a:ext cx="182880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OpenVAS / Greenbone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401568"/>
            <a:ext cx="182880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Metasploit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01568"/>
            <a:ext cx="182880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Faraday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401568"/>
            <a:ext cx="18288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Harbor Registry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58768"/>
            <a:ext cx="1463040" cy="228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1">
                <a:solidFill>
                  <a:srgbClr val="D1D5DB"/>
                </a:solidFill>
              </a:rPr>
              <a:t>Application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05656"/>
            <a:ext cx="242316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Scanning Console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105656"/>
            <a:ext cx="242316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Portal (SSO)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105656"/>
            <a:ext cx="2423160" cy="365760"/>
          </a:xfrm>
          <a:prstGeom prst="roundRect">
            <a:avLst/>
          </a:prstGeom>
          <a:solidFill>
            <a:srgbClr val="33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CleanRoom DB (PostgreSQL)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069080"/>
            <a:ext cx="347472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Deployment Console (LXC, 10.83.3.190)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47472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Build VM -- Docker Image Builds (LXC, 10.83.3.191)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Ingress: Internet  →  MetalLB (10.83.3.200)  →  Traefik  →  K8s Services   |   DNS: *.knowledgeondemand.net   |   TLS: Wildcard cert (Cloudflare DNS-01)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22D3EE"/>
                </a:solidFill>
              </a:rPr>
              <a:t>Backend &amp; Infrastructure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200"/>
              <a:t>Python / FastAPI + Uvicorn (async)</a:t>
            </a:r>
          </a:p>
          <a:p>
            <a:pPr>
              <a:spcAft>
                <a:spcPts val="400"/>
              </a:spcAft>
            </a:pPr>
            <a:r>
              <a:rPr sz="1200"/>
              <a:t>PostgreSQL 17 (SQLAlchemy + Alembic)</a:t>
            </a:r>
          </a:p>
          <a:p>
            <a:pPr>
              <a:spcAft>
                <a:spcPts val="400"/>
              </a:spcAft>
            </a:pPr>
            <a:r>
              <a:rPr sz="1200"/>
              <a:t>Terraform (Proxmox VM provisioning)</a:t>
            </a:r>
          </a:p>
          <a:p>
            <a:pPr>
              <a:spcAft>
                <a:spcPts val="400"/>
              </a:spcAft>
            </a:pPr>
            <a:r>
              <a:rPr sz="1200"/>
              <a:t>Talos Linux (immutable Kubernetes OS)</a:t>
            </a:r>
          </a:p>
          <a:p>
            <a:pPr>
              <a:spcAft>
                <a:spcPts val="400"/>
              </a:spcAft>
            </a:pPr>
            <a:r>
              <a:rPr sz="1200"/>
              <a:t>ArgoCD (GitOps, self-healing, auto-sync)</a:t>
            </a:r>
          </a:p>
          <a:p>
            <a:pPr>
              <a:spcAft>
                <a:spcPts val="400"/>
              </a:spcAft>
            </a:pPr>
            <a:r>
              <a:rPr sz="1200"/>
              <a:t>SOPS + Age (secret encryption in Git)</a:t>
            </a:r>
          </a:p>
          <a:p>
            <a:pPr>
              <a:spcAft>
                <a:spcPts val="400"/>
              </a:spcAft>
            </a:pPr>
            <a:r>
              <a:rPr sz="1200"/>
              <a:t>Ceph RBD (persistent block storage)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4ADE80"/>
                </a:solidFill>
              </a:rPr>
              <a:t>Frontend &amp; Security Tools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200"/>
              <a:t>Jinja2 + Alpine.js + Tailwind CSS</a:t>
            </a:r>
          </a:p>
          <a:p>
            <a:pPr>
              <a:spcAft>
                <a:spcPts val="400"/>
              </a:spcAft>
            </a:pPr>
            <a:r>
              <a:rPr sz="1200"/>
              <a:t>WebSocket + REST polling fallback</a:t>
            </a:r>
          </a:p>
          <a:p>
            <a:pPr>
              <a:spcAft>
                <a:spcPts val="400"/>
              </a:spcAft>
            </a:pPr>
            <a:r>
              <a:rPr sz="1200"/>
              <a:t>JWT SSO with HMAC one-time codes</a:t>
            </a:r>
          </a:p>
          <a:p>
            <a:pPr>
              <a:spcAft>
                <a:spcPts val="400"/>
              </a:spcAft>
            </a:pPr>
            <a:r>
              <a:rPr sz="1200"/>
              <a:t>Nmap (port &amp; service discovery)</a:t>
            </a:r>
          </a:p>
          <a:p>
            <a:pPr>
              <a:spcAft>
                <a:spcPts val="400"/>
              </a:spcAft>
            </a:pPr>
            <a:r>
              <a:rPr sz="1200"/>
              <a:t>OpenVAS / Greenbone (70k+ vuln tests)</a:t>
            </a:r>
          </a:p>
          <a:p>
            <a:pPr>
              <a:spcAft>
                <a:spcPts val="400"/>
              </a:spcAft>
            </a:pPr>
            <a:r>
              <a:rPr sz="1200"/>
              <a:t>Metasploit (exploit verification)</a:t>
            </a:r>
          </a:p>
          <a:p>
            <a:pPr>
              <a:spcAft>
                <a:spcPts val="400"/>
              </a:spcAft>
            </a:pPr>
            <a:r>
              <a:rPr sz="1200"/>
              <a:t>LOKI-RS (IOC / malware scanning)</a:t>
            </a:r>
          </a:p>
          <a:p>
            <a:pPr>
              <a:spcAft>
                <a:spcPts val="400"/>
              </a:spcAft>
            </a:pPr>
            <a:r>
              <a:rPr sz="1200"/>
              <a:t>Faraday (vuln management aggregation)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Portal Login  →  SSO Navigation  →  Deployment Console  →  Dashboard  → 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23-Step Automated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/>
              <a:t>Steps 0-2: Terraform VM creation on Proxmox (4 VMs)</a:t>
            </a:r>
          </a:p>
          <a:p>
            <a:pPr>
              <a:spcAft>
                <a:spcPts val="400"/>
              </a:spcAft>
            </a:pPr>
            <a:r>
              <a:rPr sz="1300"/>
              <a:t>Steps 3-5: Talos config generation, application, cluster bootstrap</a:t>
            </a:r>
          </a:p>
          <a:p>
            <a:pPr>
              <a:spcAft>
                <a:spcPts val="400"/>
              </a:spcAft>
            </a:pPr>
            <a:r>
              <a:rPr sz="1300"/>
              <a:t>Steps 6-8: Health verification, kubeconfig retrieval, ArgoCD installation</a:t>
            </a:r>
          </a:p>
          <a:p>
            <a:pPr>
              <a:spcAft>
                <a:spcPts val="400"/>
              </a:spcAft>
            </a:pPr>
            <a:r>
              <a:rPr sz="1300"/>
              <a:t>Steps 9-11: Infrastructure stack (MetalLB, cert-manager, Traefik, Ceph)</a:t>
            </a:r>
          </a:p>
          <a:p>
            <a:pPr>
              <a:spcAft>
                <a:spcPts val="400"/>
              </a:spcAft>
            </a:pPr>
            <a:r>
              <a:rPr sz="1300"/>
              <a:t>Steps 12-16: ArgoCD self-management, security tools (OpenVAS, Faraday, Metasploit, Harbor)</a:t>
            </a:r>
          </a:p>
          <a:p>
            <a:pPr>
              <a:spcAft>
                <a:spcPts val="400"/>
              </a:spcAft>
            </a:pPr>
            <a:r>
              <a:rPr sz="1300"/>
              <a:t>Steps 17-22: Secrets, Build VM, container image builds, app deployment, network policies</a:t>
            </a:r>
          </a:p>
          <a:p>
            <a:pPr>
              <a:spcAft>
                <a:spcPts val="400"/>
              </a:spcAft>
            </a:pPr>
            <a:r>
              <a:rPr sz="1300"/>
              <a:t/>
            </a:r>
          </a:p>
          <a:p>
            <a:pPr>
              <a:spcAft>
                <a:spcPts val="400"/>
              </a:spcAft>
            </a:pPr>
            <a:r>
              <a:rPr sz="1300"/>
              <a:t>Every step is checkpointed to an encrypted state file</a:t>
            </a:r>
          </a:p>
          <a:p>
            <a:pPr>
              <a:spcAft>
                <a:spcPts val="400"/>
              </a:spcAft>
            </a:pPr>
            <a:r>
              <a:rPr sz="1300"/>
              <a:t>If step 14 fails, resume from step 14 -- all previous work is preserved</a:t>
            </a:r>
          </a:p>
          <a:p>
            <a:pPr>
              <a:spcAft>
                <a:spcPts val="400"/>
              </a:spcAft>
            </a:pPr>
            <a:r>
              <a:rPr sz="1300"/>
              <a:t>Real-time WebSocket progress; automatic REST polling fallback</a:t>
            </a:r>
          </a:p>
        </p:txBody>
      </p:sp>
      <p:pic>
        <p:nvPicPr>
          <p:cNvPr id="4" name="Picture 3" descr="deployment-config-terra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43200"/>
            <a:ext cx="3474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Scanning Console -- Unified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500" b="1">
                <a:solidFill>
                  <a:srgbClr val="22D3EE"/>
                </a:solidFill>
              </a:rPr>
              <a:t>Vulnerability Scanning</a:t>
            </a:r>
          </a:p>
          <a:p>
            <a:pPr>
              <a:spcAft>
                <a:spcPts val="300"/>
              </a:spcAft>
            </a:pPr>
            <a:r>
              <a:rPr sz="1100"/>
              <a:t>Nmap: port discovery &amp; service fingerprinting</a:t>
            </a:r>
          </a:p>
          <a:p>
            <a:pPr>
              <a:spcAft>
                <a:spcPts val="300"/>
              </a:spcAft>
            </a:pPr>
            <a:r>
              <a:rPr sz="1100"/>
              <a:t>OpenVAS: 70,000+ vulnerability tests (NVTs)</a:t>
            </a:r>
          </a:p>
          <a:p>
            <a:pPr>
              <a:spcAft>
                <a:spcPts val="300"/>
              </a:spcAft>
            </a:pPr>
            <a:r>
              <a:rPr sz="1100"/>
              <a:t>Metasploit: exploit-based verification (11-39 modules)</a:t>
            </a:r>
          </a:p>
          <a:p>
            <a:pPr>
              <a:spcAft>
                <a:spcPts val="300"/>
              </a:spcAft>
            </a:pPr>
            <a:r>
              <a:rPr sz="1100"/>
              <a:t>Results auto-enriched with CVSS + EPSS scores</a:t>
            </a:r>
          </a:p>
          <a:p>
            <a:pPr>
              <a:spcAft>
                <a:spcPts val="300"/>
              </a:spcAft>
            </a:pPr>
            <a:r>
              <a:rPr sz="1100"/>
              <a:t>All findings aggregated in Faraday</a:t>
            </a:r>
          </a:p>
          <a:p>
            <a:pPr>
              <a:spcAft>
                <a:spcPts val="300"/>
              </a:spcAft>
            </a:pPr>
            <a:r>
              <a:rPr sz="1100"/>
              <a:t>3 profiles: Quick (5-15m), Standard (15-45m), Thorough (1-3h)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500" b="1">
                <a:solidFill>
                  <a:srgbClr val="4ADE80"/>
                </a:solidFill>
              </a:rPr>
              <a:t>IOC Scanning</a:t>
            </a:r>
          </a:p>
          <a:p>
            <a:pPr>
              <a:spcAft>
                <a:spcPts val="300"/>
              </a:spcAft>
            </a:pPr>
            <a:r>
              <a:rPr sz="1100"/>
              <a:t>LOKI-RS: file-based indicator of compromise scanner</a:t>
            </a:r>
          </a:p>
          <a:p>
            <a:pPr>
              <a:spcAft>
                <a:spcPts val="300"/>
              </a:spcAft>
            </a:pPr>
            <a:r>
              <a:rPr sz="1100"/>
              <a:t>Mounts remote filesystems via SSH or SMB/CIFS</a:t>
            </a:r>
          </a:p>
          <a:p>
            <a:pPr>
              <a:spcAft>
                <a:spcPts val="300"/>
              </a:spcAft>
            </a:pPr>
            <a:r>
              <a:rPr sz="1100"/>
              <a:t>Scans against YARA rules, malicious hashes, threat signatures</a:t>
            </a:r>
          </a:p>
          <a:p>
            <a:pPr>
              <a:spcAft>
                <a:spcPts val="300"/>
              </a:spcAft>
            </a:pPr>
            <a:r>
              <a:rPr sz="1100"/>
              <a:t>Severity levels: Alert (80+), Warning (60-79), Notice (&lt;60)</a:t>
            </a:r>
          </a:p>
          <a:p>
            <a:pPr>
              <a:spcAft>
                <a:spcPts val="300"/>
              </a:spcAft>
            </a:pPr>
            <a:r>
              <a:rPr sz="1100"/>
              <a:t>Runs as ephemeral privileged K8s pods</a:t>
            </a:r>
          </a:p>
          <a:p>
            <a:pPr>
              <a:spcAft>
                <a:spcPts val="300"/>
              </a:spcAft>
            </a:pPr>
            <a:r>
              <a:rPr sz="1100"/>
              <a:t>Findings persisted to PostgreSQL + uploaded to Faraday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Vulnerability Scan  →  IOC Scan  →  Reports Dashboard  →  Scan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Security Architecture &amp;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 b="1"/>
              <a:t>Immutable OS: </a:t>
            </a:r>
            <a:r>
              <a:rPr sz="1300" b="0"/>
              <a:t>Talos Linux -- no SSH, no shell, no package manager; API-only management</a:t>
            </a:r>
          </a:p>
          <a:p>
            <a:pPr>
              <a:spcAft>
                <a:spcPts val="400"/>
              </a:spcAft>
            </a:pPr>
            <a:r>
              <a:rPr sz="1300" b="1"/>
              <a:t>Zero-trust networking: </a:t>
            </a:r>
            <a:r>
              <a:rPr sz="1300" b="0"/>
              <a:t>Default-deny network policies per namespace; explicit allow-lists</a:t>
            </a:r>
          </a:p>
          <a:p>
            <a:pPr>
              <a:spcAft>
                <a:spcPts val="400"/>
              </a:spcAft>
            </a:pPr>
            <a:r>
              <a:rPr sz="1300" b="1"/>
              <a:t>Secret management: </a:t>
            </a:r>
            <a:r>
              <a:rPr sz="1300" b="0"/>
              <a:t>SOPS + Age encryption; secrets never stored in plaintext in Git</a:t>
            </a:r>
          </a:p>
          <a:p>
            <a:pPr>
              <a:spcAft>
                <a:spcPts val="400"/>
              </a:spcAft>
            </a:pPr>
            <a:r>
              <a:rPr sz="1300" b="1"/>
              <a:t>Cross-domain SSO: </a:t>
            </a:r>
            <a:r>
              <a:rPr sz="1300" b="0"/>
              <a:t>HMAC-signed one-time codes (no JWT in URLs, single-use, rate-limited)</a:t>
            </a:r>
          </a:p>
          <a:p>
            <a:pPr>
              <a:spcAft>
                <a:spcPts val="400"/>
              </a:spcAft>
            </a:pPr>
            <a:r>
              <a:rPr sz="1300" b="1"/>
              <a:t>Container security: </a:t>
            </a:r>
            <a:r>
              <a:rPr sz="1300" b="0"/>
              <a:t>Private Harbor registry with Trivy vulnerability scanning on push</a:t>
            </a:r>
          </a:p>
          <a:p>
            <a:pPr>
              <a:spcAft>
                <a:spcPts val="400"/>
              </a:spcAft>
            </a:pPr>
            <a:r>
              <a:rPr sz="1300" b="1"/>
              <a:t>Database security: </a:t>
            </a:r>
            <a:r>
              <a:rPr sz="1300" b="0"/>
              <a:t>Alembic migrations via hardened init container (non-root, read-only FS)</a:t>
            </a:r>
          </a:p>
          <a:p>
            <a:pPr>
              <a:spcAft>
                <a:spcPts val="400"/>
              </a:spcAft>
            </a:pPr>
            <a:r>
              <a:rPr sz="1300" b="1"/>
              <a:t>Fault tolerance: </a:t>
            </a:r>
            <a:r>
              <a:rPr sz="1300" b="0"/>
              <a:t>Deployment checkpointed per step; WebSocket with REST fallback</a:t>
            </a:r>
          </a:p>
          <a:p>
            <a:pPr>
              <a:spcAft>
                <a:spcPts val="400"/>
              </a:spcAft>
            </a:pPr>
            <a:r>
              <a:rPr sz="1300" b="1"/>
              <a:t>Key derivation: </a:t>
            </a:r>
            <a:r>
              <a:rPr sz="1300" b="0"/>
              <a:t>Single SECRET_KEY derives separate keys for JWT, HMAC, and Fernet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Results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/>
              <a:t>Fully automated: bare Proxmox nodes to running security platform in ~45 minutes</a:t>
            </a:r>
          </a:p>
          <a:p>
            <a:pPr>
              <a:spcAft>
                <a:spcPts val="400"/>
              </a:spcAft>
            </a:pPr>
            <a:r>
              <a:rPr sz="1300"/>
              <a:t>3 production-quality web applications with shared authentication library</a:t>
            </a:r>
          </a:p>
          <a:p>
            <a:pPr>
              <a:spcAft>
                <a:spcPts val="400"/>
              </a:spcAft>
            </a:pPr>
            <a:r>
              <a:rPr sz="1300"/>
              <a:t>Comprehensive documentation: 30+ page MkDocs site with screenshots and video walkthroughs</a:t>
            </a:r>
          </a:p>
          <a:p>
            <a:pPr>
              <a:spcAft>
                <a:spcPts val="400"/>
              </a:spcAft>
            </a:pPr>
            <a:r>
              <a:rPr sz="1300"/>
              <a:t>434 commits across 3.5 months of development</a:t>
            </a:r>
          </a:p>
          <a:p>
            <a:pPr>
              <a:spcAft>
                <a:spcPts val="400"/>
              </a:spcAft>
            </a:pPr>
            <a:r>
              <a:rPr sz="1300"/>
              <a:t>Technology breadth: Python, JavaScript, Bash, Terraform HCL, Kubernetes YAML, Helm, SQL</a:t>
            </a:r>
          </a:p>
          <a:p>
            <a:pPr>
              <a:spcAft>
                <a:spcPts val="400"/>
              </a:spcAft>
            </a:pPr>
            <a:r>
              <a:rPr sz="1300"/>
              <a:t>Successfully scanned targets and detected known CVEs with all four scanning tools</a:t>
            </a:r>
          </a:p>
          <a:p>
            <a:pPr>
              <a:spcAft>
                <a:spcPts val="400"/>
              </a:spcAft>
            </a:pPr>
            <a:r>
              <a:rPr sz="1300"/>
              <a:t>Demonstrated IOC detection capability against simulated threat indicators</a:t>
            </a:r>
          </a:p>
          <a:p>
            <a:pPr>
              <a:spcAft>
                <a:spcPts val="400"/>
              </a:spcAft>
            </a:pPr>
            <a:r>
              <a:rPr sz="1300"/>
              <a:t>All infrastructure reproducible from Git -- true Infrastructure-as-Code</a:t>
            </a:r>
          </a:p>
        </p:txBody>
      </p:sp>
      <p:pic>
        <p:nvPicPr>
          <p:cNvPr id="4" name="Picture 3" descr="reports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560320"/>
            <a:ext cx="3474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Lessons Learned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FBBF24"/>
                </a:solidFill>
              </a:rPr>
              <a:t>Lessons Learned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/>
              <a:t>OpenVAS resource tuning: OOMKill at 1Gi, needed 4Gi (trial and error)</a:t>
            </a:r>
          </a:p>
          <a:p>
            <a:pPr>
              <a:spcAft>
                <a:spcPts val="400"/>
              </a:spcAft>
            </a:pPr>
            <a:r>
              <a:rPr sz="1100"/>
              <a:t>Faraday Community Edition: no bulk API; had to create findings individually</a:t>
            </a:r>
          </a:p>
          <a:p>
            <a:pPr>
              <a:spcAft>
                <a:spcPts val="400"/>
              </a:spcAft>
            </a:pPr>
            <a:r>
              <a:rPr sz="1100"/>
              <a:t>LOKI-RS in K8s: needed privileged pods + FUSE for filesystem mounting</a:t>
            </a:r>
          </a:p>
          <a:p>
            <a:pPr>
              <a:spcAft>
                <a:spcPts val="400"/>
              </a:spcAft>
            </a:pPr>
            <a:r>
              <a:rPr sz="1100"/>
              <a:t>kubectl output truncation: SPDY ~200KB limit; temp files + base64 workaround</a:t>
            </a:r>
          </a:p>
          <a:p>
            <a:pPr>
              <a:spcAft>
                <a:spcPts val="400"/>
              </a:spcAft>
            </a:pPr>
            <a:r>
              <a:rPr sz="1100"/>
              <a:t>Cross-app auth: built 3 iterations before one-time code exchange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1">
                <a:solidFill>
                  <a:srgbClr val="22D3EE"/>
                </a:solidFill>
              </a:rPr>
              <a:t>Future Work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/>
              <a:t>Scheduled / recurring scans (cron-based)</a:t>
            </a:r>
          </a:p>
          <a:p>
            <a:pPr>
              <a:spcAft>
                <a:spcPts val="400"/>
              </a:spcAft>
            </a:pPr>
            <a:r>
              <a:rPr sz="1100"/>
              <a:t>LDAP / Active Directory authentication</a:t>
            </a:r>
          </a:p>
          <a:p>
            <a:pPr>
              <a:spcAft>
                <a:spcPts val="400"/>
              </a:spcAft>
            </a:pPr>
            <a:r>
              <a:rPr sz="1100"/>
              <a:t>Multi-cluster support</a:t>
            </a:r>
          </a:p>
          <a:p>
            <a:pPr>
              <a:spcAft>
                <a:spcPts val="400"/>
              </a:spcAft>
            </a:pPr>
            <a:r>
              <a:rPr sz="1100"/>
              <a:t>Dashboard analytics with trend graphs</a:t>
            </a:r>
          </a:p>
          <a:p>
            <a:pPr>
              <a:spcAft>
                <a:spcPts val="400"/>
              </a:spcAft>
            </a:pPr>
            <a:r>
              <a:rPr sz="1100"/>
              <a:t>SecureCodeBox integration for CI/CD scanning</a:t>
            </a:r>
          </a:p>
          <a:p>
            <a:pPr>
              <a:spcAft>
                <a:spcPts val="400"/>
              </a:spcAft>
            </a:pPr>
            <a:r>
              <a:rPr sz="1100"/>
              <a:t>Automated remediation 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William de Marigny</a:t>
            </a:r>
          </a:p>
          <a:p>
            <a:pPr algn="ctr">
              <a:spcBef>
                <a:spcPts val="800"/>
              </a:spcBef>
            </a:pPr>
            <a:r>
              <a:rPr sz="1400"/>
              <a:t>github.com/williamdemarigny/Talos-CleanRoom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</Words>
  <Application>Microsoft Macintosh PowerPoint</Application>
  <PresentationFormat>On-screen Show (16:9)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Brandon Grotesque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Farrell, Gina</cp:lastModifiedBy>
  <cp:revision>2</cp:revision>
  <dcterms:created xsi:type="dcterms:W3CDTF">2016-06-27T13:46:16Z</dcterms:created>
  <dcterms:modified xsi:type="dcterms:W3CDTF">2023-01-18T16:40:24Z</dcterms:modified>
</cp:coreProperties>
</file>